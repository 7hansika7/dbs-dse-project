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05EFB-C0FB-454B-A942-2C6740B22C19}" v="8" dt="2026-08-24T14:50:12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56" d="100"/>
          <a:sy n="56" d="100"/>
        </p:scale>
        <p:origin x="475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24-08-2026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24-08-2026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Lost &amp; Found Item Tracker for Campus: A Layered Backend and Distributed Database Approach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 S. Spandana &amp; Dr. Y. 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Assistant</a:t>
            </a:r>
            <a:r>
              <a:rPr lang="en-US" sz="2400" dirty="0">
                <a:solidFill>
                  <a:srgbClr val="00B050"/>
                </a:solidFill>
              </a:rPr>
              <a:t> Professors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Hansika Reddy Gunapati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Teja Hasini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Bandla Vinay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65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 17 (SECTION 7)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909688"/>
              </p:ext>
            </p:extLst>
          </p:nvPr>
        </p:nvGraphicFramePr>
        <p:xfrm>
          <a:off x="838199" y="1416193"/>
          <a:ext cx="10515600" cy="236935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348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52319">
                <a:tc>
                  <a:txBody>
                    <a:bodyPr/>
                    <a:lstStyle/>
                    <a:p>
                      <a:r>
                        <a:rPr lang="en-US" sz="1600" dirty="0"/>
                        <a:t>Hansika Reddy Gunapati (2520030237)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Distributed Systems Design, Notifications and Chat Development, Documentation and Reporting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52319">
                <a:tc>
                  <a:txBody>
                    <a:bodyPr/>
                    <a:lstStyle/>
                    <a:p>
                      <a:r>
                        <a:rPr lang="en-US" sz="1600" dirty="0"/>
                        <a:t>Teja Hasini Reddy (2520030048)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Database Designing, Android Development, Indexing and Performance Tuning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sz="1600" dirty="0"/>
                        <a:t>Bandla Vinay (2520030437)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ML Integration, Backend Architecture, SQL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963046"/>
                  </a:ext>
                </a:extLst>
              </a:tr>
            </a:tbl>
          </a:graphicData>
        </a:graphic>
      </p:graphicFrame>
      <p:sp>
        <p:nvSpPr>
          <p:cNvPr id="30" name="Team Note"/>
          <p:cNvSpPr>
            <a:spLocks noGrp="1"/>
          </p:cNvSpPr>
          <p:nvPr/>
        </p:nvSpPr>
        <p:spPr>
          <a:xfrm>
            <a:off x="838199" y="4300000"/>
            <a:ext cx="10515600" cy="1200000"/>
          </a:xfrm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Course: </a:t>
            </a:r>
            <a:r>
              <a:rPr lang="en-US" sz="1800" dirty="0"/>
              <a:t>Database System Engineering and Distributed Backend Development (25CS1302E)</a:t>
            </a:r>
          </a:p>
          <a:p>
            <a:r>
              <a:rPr lang="en-US" sz="1800" dirty="0"/>
              <a:t>All three members collaborate across every development phase, with the roles above reflecting primary ownership and accountability for each area.</a:t>
            </a:r>
          </a:p>
        </p:txBody>
      </p:sp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04"/>
            <a:ext cx="10515600" cy="55263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Problem Statement</a:t>
            </a:r>
            <a:endParaRPr lang="en-US" sz="2000" b="1">
              <a:solidFill>
                <a:srgbClr val="0070C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Lost and found items on campus are currently tracked through notice boards, WhatsApp groups, or word of mouth, with no centralized database to log, search, or verify claims — leading to unclaimed items and no proof of rightful ownership.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Objectives</a:t>
            </a:r>
            <a:endParaRPr lang="en-US" sz="2000" b="1">
              <a:solidFill>
                <a:srgbClr val="0070C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Design a normalized relational schema (ER modeling, 1NF-BCNF) for users, items, and claims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Build a layered backend that processes each report from request to JSON response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Apply indexed SQL queries and ML-based image matching to connect lost items with found items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Enforce ACID-compliant transactions so a claim cannot be approved for two users at once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Use Firebase's distributed, real-time database for scalable notifications and chat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600"/>
            <a:ext cx="10515600" cy="170365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572"/>
            <a:ext cx="10515600" cy="450839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ts val="1400"/>
              </a:spcBef>
            </a:pPr>
            <a:r>
              <a:rPr lang="en-US" sz="2000" dirty="0"/>
              <a:t>Every semester, students misplace ID cards, bottles, electronics, and stationery across hostels, libraries, canteens, and classrooms.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Existing recovery relies on informal channels with no structured record-keeping, search, or accountability, so many items are never reunited with their owners.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Lost &amp; Found Item Tracker for Campus is an Android app (Kotlin) backed by Firebase that lets users report lost items, post found </a:t>
            </a:r>
            <a:r>
              <a:rPr lang="en-US" sz="2000" dirty="0" err="1"/>
              <a:t>items, and</a:t>
            </a:r>
            <a:r>
              <a:rPr lang="en-US" sz="2000" dirty="0"/>
              <a:t> receive AI-assisted matches based on image and keyword similarity.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The system is designed around core backend and database engineering principles: layered request processing, relational data modeling, transactional claim verification, indexed search, and a distributed real-time datastore.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The goal is a single, verifiable source of truth for lost-and-found activity across campus — replacing scattered notice boards and chat groups with a searchable, auditable system.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This project maps each course outcome (CO1-CO6) of Database System Engineering and Distributed Backend Development onto a concrete part of the application, from schema design to distributed scaling.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489"/>
            <a:ext cx="10515600" cy="5660115"/>
          </a:xfrm>
        </p:spPr>
        <p:txBody>
          <a:bodyPr anchor="ctr">
            <a:normAutofit fontScale="95500"/>
          </a:bodyPr>
          <a:lstStyle/>
          <a:p>
            <a:pPr>
              <a:spcBef>
                <a:spcPts val="1400"/>
              </a:spcBef>
            </a:pPr>
            <a:r>
              <a:rPr lang="en-US" sz="2000" dirty="0"/>
              <a:t>Physical notice boards or lost-and-found boxes at security/admin offices — no digital record, items often go unclaimed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WhatsApp / Telegram groups — unstructured, hard to search, messages get buried, no verification of the claimant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Generic campus forums or classifieds — not purpose-built, no image-based matching, no ownership proof, no notification system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College administration registers — paper-based logs maintained manually, prone to loss and slow to cross-reference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No structured database, transactional safety, or indexing in any of the above — matching and retrieval are entirely manual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Because none of these systems store data relationally, there is no way to run searches, generate reports, or scale the process as campus size grows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670" y="365125"/>
            <a:ext cx="11440470" cy="133719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795" y="1430084"/>
            <a:ext cx="11399752" cy="5834617"/>
          </a:xfrm>
        </p:spPr>
        <p:txBody>
          <a:bodyPr anchor="ctr">
            <a:normAutofit/>
          </a:bodyPr>
          <a:lstStyle/>
          <a:p>
            <a:pPr>
              <a:spcBef>
                <a:spcPts val="1400"/>
              </a:spcBef>
            </a:pPr>
            <a:r>
              <a:rPr lang="en-US" sz="2000" dirty="0"/>
              <a:t>No centralized, </a:t>
            </a:r>
            <a:r>
              <a:rPr lang="en-US" sz="2000" dirty="0" err="1"/>
              <a:t>queryable</a:t>
            </a:r>
            <a:r>
              <a:rPr lang="en-US" sz="2000" dirty="0"/>
              <a:t> database of lost and found items on campus</a:t>
            </a:r>
          </a:p>
          <a:p>
            <a:pPr>
              <a:spcBef>
                <a:spcPts val="1400"/>
              </a:spcBef>
            </a:pPr>
            <a:r>
              <a:rPr lang="en-US" sz="2000" dirty="0"/>
              <a:t>No automated way to match a lost item report with a found item post</a:t>
            </a:r>
          </a:p>
          <a:p>
            <a:pPr>
              <a:spcBef>
                <a:spcPts val="1400"/>
              </a:spcBef>
            </a:pPr>
            <a:r>
              <a:rPr lang="en-US" sz="2000" dirty="0"/>
              <a:t>No mechanism to verify rightful ownership before handover, risking wrongful claims</a:t>
            </a:r>
          </a:p>
          <a:p>
            <a:pPr>
              <a:spcBef>
                <a:spcPts val="1400"/>
              </a:spcBef>
            </a:pPr>
            <a:r>
              <a:rPr lang="en-US" sz="2000" dirty="0"/>
              <a:t>No real-time notification when a potential match appears</a:t>
            </a:r>
          </a:p>
          <a:p>
            <a:pPr>
              <a:spcBef>
                <a:spcPts val="1400"/>
              </a:spcBef>
            </a:pPr>
            <a:r>
              <a:rPr lang="en-US" sz="2000" dirty="0"/>
              <a:t>No safeguard against two users simultaneously claiming the same item</a:t>
            </a:r>
          </a:p>
          <a:p>
            <a:pPr>
              <a:spcBef>
                <a:spcPts val="1400"/>
              </a:spcBef>
            </a:pPr>
            <a:r>
              <a:rPr lang="en-US" sz="2000" dirty="0"/>
              <a:t>No structured way to analyze trends (most-lost item categories, average recovery time, hotspots on campus)</a:t>
            </a:r>
          </a:p>
          <a:p>
            <a:pPr>
              <a:spcBef>
                <a:spcPts val="1400"/>
              </a:spcBef>
            </a:pPr>
            <a:r>
              <a:rPr lang="en-US" sz="2000"/>
              <a:t>Manual processes don't scale as campus size and item volume grow</a:t>
            </a:r>
          </a:p>
          <a:p>
            <a:r>
              <a:rPr lang="en-US" sz="2000">
                <a:ea typeface="+mn-lt"/>
                <a:cs typeface="+mn-lt"/>
              </a:rPr>
              <a:t>No audit trail of who reported, claimed, or handed over an item, making disputes hard to resolve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No way to filter or search items by category, location, or date range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High-value items (ID cards, wallets, laptops) are treated the same as low-value ones, with no priority handling or extra verification</a:t>
            </a:r>
            <a:endParaRPr lang="en-US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1400"/>
              </a:spcBef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89"/>
            <a:ext cx="10515600" cy="6730406"/>
          </a:xfrm>
        </p:spPr>
        <p:txBody>
          <a:bodyPr anchor="ctr">
            <a:normAutofit fontScale="93000"/>
          </a:bodyPr>
          <a:lstStyle/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A mobile app where students can report lost items and post found items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AI chatbot that verifies whether a reported lost item and a found item are actually the same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Automatically matches lost and found items using photos and keywords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Search filters based on size, shape, </a:t>
            </a:r>
            <a:r>
              <a:rPr lang="en-US" sz="2000" dirty="0" err="1">
                <a:ea typeface="+mn-lt"/>
                <a:cs typeface="+mn-lt"/>
              </a:rPr>
              <a:t>colour</a:t>
            </a:r>
            <a:r>
              <a:rPr lang="en-US" sz="2000" dirty="0">
                <a:ea typeface="+mn-lt"/>
                <a:cs typeface="+mn-lt"/>
              </a:rPr>
              <a:t>, category, and other item attributes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Ability to find and report against items posted a long time back, not just recent ones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In-app chat feature for direct communication between users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Stores all data in a proper database instead of scattered notice boards or chat groups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Verifies ownership through a claim process before an item is handed over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Real-time notifications and alerts when a possible match is found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Admin who handles disputes and </a:t>
            </a:r>
            <a:r>
              <a:rPr lang="en-US" sz="2000" dirty="0" err="1">
                <a:ea typeface="+mn-lt"/>
                <a:cs typeface="+mn-lt"/>
              </a:rPr>
              <a:t>moderates</a:t>
            </a:r>
            <a:r>
              <a:rPr lang="en-US" sz="2000" dirty="0">
                <a:ea typeface="+mn-lt"/>
                <a:cs typeface="+mn-lt"/>
              </a:rPr>
              <a:t> claims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Provides an admin dashboard to track and analyze lost-and-found activity</a:t>
            </a:r>
            <a:endParaRPr lang="en-US"/>
          </a:p>
          <a:p>
            <a:pPr>
              <a:spcBef>
                <a:spcPts val="1400"/>
              </a:spcBef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18" y="-826831"/>
            <a:ext cx="9760046" cy="9249076"/>
          </a:xfrm>
        </p:spPr>
        <p:txBody>
          <a:bodyPr anchor="ctr">
            <a:normAutofit fontScale="97000"/>
          </a:bodyPr>
          <a:lstStyle/>
          <a:p>
            <a:r>
              <a:rPr lang="en-US" sz="2000">
                <a:ea typeface="+mn-lt"/>
                <a:cs typeface="+mn-lt"/>
              </a:rPr>
              <a:t>Design a well-structured database to store users, items, claims, and chat records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Build a backend system that handles item reports from submission to response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Develop an AI chatbot to verify whether a lost item and a found item genuinely match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Use image and keyword matching to connect lost items with found items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Implement search filters based on size, shape, colour, category, and other attributes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Allow users to search and report against items posted long back, not just recent ones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Enable an in-app chat feature for direct communication between users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Ensure no item is claimed by two people at the same time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Send real-time notifications and alerts when a potential match is found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Assign an admin role to handle disputes and moderate claims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Provide analytics to track item trends and recovery rates</a:t>
            </a:r>
            <a:endParaRPr lang="en-US"/>
          </a:p>
          <a:p>
            <a:pPr>
              <a:spcBef>
                <a:spcPts val="1400"/>
              </a:spcBef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-848"/>
            <a:ext cx="11341584" cy="8475444"/>
          </a:xfrm>
        </p:spPr>
        <p:txBody>
          <a:bodyPr anchor="ctr">
            <a:normAutofit fontScale="97000"/>
          </a:bodyPr>
          <a:lstStyle/>
          <a:p>
            <a:pPr>
              <a:spcBef>
                <a:spcPts val="1400"/>
              </a:spcBef>
            </a:pPr>
            <a:r>
              <a:rPr lang="en-US" sz="2000" b="1" dirty="0"/>
              <a:t>Report Lost Item: </a:t>
            </a:r>
            <a:r>
              <a:rPr lang="en-US" sz="2000" dirty="0"/>
              <a:t>user submits lost item details — category, description, location, and photo</a:t>
            </a:r>
            <a:endParaRPr lang="en-US" sz="200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b="1" dirty="0"/>
              <a:t>Post Found Item: </a:t>
            </a:r>
            <a:r>
              <a:rPr lang="en-US" sz="2000" dirty="0"/>
              <a:t>finder submits found item details with a photo for matching</a:t>
            </a:r>
            <a:endParaRPr lang="en-US" sz="200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b="1" dirty="0"/>
              <a:t>AI Matching Engine: </a:t>
            </a:r>
            <a:r>
              <a:rPr lang="en-US" sz="2000" dirty="0"/>
              <a:t>ML Kit image labeling and keyword similarity auto-suggest possible matches</a:t>
            </a:r>
            <a:endParaRPr lang="en-US" sz="200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b="1" dirty="0"/>
              <a:t>Chat &amp; Claim Verification: </a:t>
            </a:r>
            <a:r>
              <a:rPr lang="en-US" sz="2000" dirty="0"/>
              <a:t>in-app chat with a transaction-safe claim approval process</a:t>
            </a:r>
            <a:endParaRPr lang="en-US" sz="200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b="1" dirty="0"/>
              <a:t>Notifications: </a:t>
            </a:r>
            <a:r>
              <a:rPr lang="en-US" sz="2000" dirty="0"/>
              <a:t>FCM-based real-time alerts when a potential match is found</a:t>
            </a:r>
            <a:endParaRPr lang="en-US" sz="200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b="1" dirty="0"/>
              <a:t>Admin Moderation: </a:t>
            </a:r>
            <a:r>
              <a:rPr lang="en-US" sz="2000" dirty="0"/>
              <a:t>dashboard for moderators to review flagged posts and resolve disputes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+mn-lt"/>
                <a:cs typeface="+mn-lt"/>
              </a:rPr>
              <a:t>User Authentication &amp; Profile:</a:t>
            </a:r>
            <a:r>
              <a:rPr lang="en-US" sz="2000">
                <a:ea typeface="+mn-lt"/>
                <a:cs typeface="+mn-lt"/>
              </a:rPr>
              <a:t> sign-up/login via Firebase Auth; each user can view their own report and claim history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Search &amp; Filter:</a:t>
            </a:r>
            <a:r>
              <a:rPr lang="en-US" sz="2000">
                <a:ea typeface="+mn-lt"/>
                <a:cs typeface="+mn-lt"/>
              </a:rPr>
              <a:t> browse items by category, keyword, location, or date range</a:t>
            </a:r>
            <a:endParaRPr lang="en-US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Item Status Tracking:</a:t>
            </a:r>
            <a:r>
              <a:rPr lang="en-US" sz="2000">
                <a:ea typeface="+mn-lt"/>
                <a:cs typeface="+mn-lt"/>
              </a:rPr>
              <a:t> lifecycle from Reported → Matched → Claim Pending → Resolved</a:t>
            </a:r>
            <a:endParaRPr lang="en-US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Analytics Dashboard:</a:t>
            </a:r>
            <a:r>
              <a:rPr lang="en-US" sz="2000">
                <a:ea typeface="+mn-lt"/>
                <a:cs typeface="+mn-lt"/>
              </a:rPr>
              <a:t> SQL-based reporting on item trends, category hotspots, and average resolution time</a:t>
            </a:r>
            <a:endParaRPr lang="en-US">
              <a:ea typeface="+mn-lt"/>
              <a:cs typeface="+mn-lt"/>
            </a:endParaRPr>
          </a:p>
          <a:p>
            <a:pPr>
              <a:spcBef>
                <a:spcPts val="1400"/>
              </a:spcBef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71"/>
            <a:ext cx="10515600" cy="5665932"/>
          </a:xfrm>
        </p:spPr>
        <p:txBody>
          <a:bodyPr anchor="ctr">
            <a:normAutofit/>
          </a:bodyPr>
          <a:lstStyle/>
          <a:p>
            <a:pPr>
              <a:spcBef>
                <a:spcPts val="1400"/>
              </a:spcBef>
            </a:pPr>
            <a:r>
              <a:rPr lang="en-US" sz="2000" b="1" dirty="0"/>
              <a:t>IDE: </a:t>
            </a:r>
            <a:r>
              <a:rPr lang="en-US" sz="2000" dirty="0"/>
              <a:t>Android Studio with Kotlin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Backend platform: </a:t>
            </a:r>
            <a:r>
              <a:rPr lang="en-US" sz="2000" dirty="0"/>
              <a:t>Firebase — </a:t>
            </a:r>
            <a:r>
              <a:rPr lang="en-US" sz="2000" dirty="0" err="1"/>
              <a:t>Firestore</a:t>
            </a:r>
            <a:r>
              <a:rPr lang="en-US" sz="2000" dirty="0"/>
              <a:t> (distributed NoSQL database), Firebase Auth, Cloud Functions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Messaging: </a:t>
            </a:r>
            <a:r>
              <a:rPr lang="en-US" sz="2000" dirty="0"/>
              <a:t>Firebase Cloud Messaging (FCM) for real-time notifications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Machine Learning: </a:t>
            </a:r>
            <a:r>
              <a:rPr lang="en-US" sz="2000" dirty="0"/>
              <a:t>ML Kit Image Labeling API for found-item image matching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Build tools: </a:t>
            </a:r>
            <a:r>
              <a:rPr lang="en-US" sz="2000" dirty="0"/>
              <a:t>Android SDK (API 24+), Gradle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Version control: </a:t>
            </a:r>
            <a:r>
              <a:rPr lang="en-US" sz="2000" dirty="0"/>
              <a:t>Git and GitHub</a:t>
            </a:r>
          </a:p>
          <a:p>
            <a:pPr>
              <a:spcBef>
                <a:spcPts val="1400"/>
              </a:spcBef>
            </a:pPr>
            <a:r>
              <a:rPr lang="en-US" sz="2000" b="1" dirty="0"/>
              <a:t>Operating system: </a:t>
            </a:r>
            <a:r>
              <a:rPr lang="en-US" sz="2000" dirty="0"/>
              <a:t>Windows / macOS / Linux (development machine)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1400"/>
              </a:spcAft>
            </a:pPr>
            <a:fld id="{B961B71F-4B40-8942-BB88-E0F5C0B46E10}" type="slidenum">
              <a:rPr lang="en-US" smtClean="0"/>
              <a:pPr>
                <a:spcAft>
                  <a:spcPts val="1400"/>
                </a:spcAft>
              </a:pPr>
              <a:t>11</a:t>
            </a:fld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1082505" y="-1065321"/>
            <a:ext cx="10509784" cy="9289795"/>
          </a:xfrm>
        </p:spPr>
        <p:txBody>
          <a:bodyPr anchor="ctr">
            <a:normAutofit fontScale="95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Conclusion</a:t>
            </a:r>
            <a:endParaRPr lang="en-US" sz="2000" b="1">
              <a:solidFill>
                <a:srgbClr val="0070C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The proposed system replaces fragmented, manual lost-and-found processes with a structured, database-driven Android application - combining layered backend design, normalized relational modeling, transaction-safe claim handling, indexed search, and Firebase's distributed real-time architecture.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Future Scope</a:t>
            </a:r>
            <a:endParaRPr lang="en-US" sz="2000" b="1">
              <a:solidFill>
                <a:srgbClr val="0070C0"/>
              </a:solidFill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Extend matching across multiple campuses or branches with a shared backend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Add QR-code or blockchain-based proof-of-ownership verification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Improve match accuracy with a custom-trained image recognition model</a:t>
            </a:r>
            <a:endParaRPr lang="en-US" sz="2000" dirty="0"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lang="en-US" sz="2000" dirty="0"/>
              <a:t>Integrate with campus ID systems for automatic identity verification of claimants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8233</TotalTime>
  <Words>112</Words>
  <Application>Microsoft Office PowerPoint</Application>
  <PresentationFormat>Widescreen</PresentationFormat>
  <Paragraphs>64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Custom Design</vt:lpstr>
      <vt:lpstr> 1st  REVIEW  Lost &amp; Found Item Tracker for Campus: A Layered Backend and Distributed Database Approach </vt:lpstr>
      <vt:lpstr>GROUP NUMBER: 17 (SECTION 7)</vt:lpstr>
      <vt:lpstr>ABSTRACT</vt:lpstr>
      <vt:lpstr>INTRODUCTION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IT Manager KLH BMP Campus .</cp:lastModifiedBy>
  <cp:revision>154</cp:revision>
  <dcterms:created xsi:type="dcterms:W3CDTF">2022-05-20T10:20:31Z</dcterms:created>
  <dcterms:modified xsi:type="dcterms:W3CDTF">2026-08-24T14:52:48Z</dcterms:modified>
</cp:coreProperties>
</file>